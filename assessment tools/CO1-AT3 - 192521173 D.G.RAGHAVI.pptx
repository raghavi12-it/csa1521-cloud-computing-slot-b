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Heebo Light"/>
      <p:regular r:id="rId201314"/>
    </p:embeddedFont>
    <p:embeddedFont>
      <p:font typeface="Heebo"/>
      <p:regular r:id="rId201315"/>
    </p:embeddedFont>
    <p:embeddedFont>
      <p:font typeface="Heebo Medium"/>
      <p:regular r:id="rId201316"/>
    </p:embeddedFont>
    <p:embeddedFont>
      <p:font typeface="Heebo Bold"/>
      <p:regular r:id="rId201317"/>
    </p:embeddedFont>
    <p:embeddedFont>
      <p:font typeface="Montserrat SemiBold"/>
      <p:regular r:id="rId201318"/>
    </p:embeddedFont>
    <p:embeddedFont>
      <p:font typeface="Montserrat Medium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will connect three ideas: the data an AI system uses, the model that finds patterns, and the cloud services that deliver useful results to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platforms bring common AI capabilities together. A team can use a ready-made service, or train its own model, while the platform handles much of the infrastructure underneath.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architecture from left to right. Data comes from apps, devices, documents, or databases. The model learns from that data or provides a ready-made capability. A cloud service exposes the model through an API or endpoint, and an application presents the result or uses it in a business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AI is a loop, not a one-time launch. Data quality, testing, deployment, and monitoring all affect the result. As new examples arrive, the team can improve the model and the experience it supports.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a store learning from each visit. The model does not need a customer to explain what they like. It can use many small signals, find patterns, and help the website choose a useful recommendation while the customer is still shopping.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main connection: data becomes useful when a model turns it into a decision or action. Start small, measure honestly, and improve the system while protecting the people and data involved.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0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D0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1959229"/>
            <a:ext cx="7511862" cy="1901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200" spc="-182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AI and machine learning</a:t>
            </a:r>
            <a:endParaRPr lang="en-US" sz="5200" dirty="0"/>
          </a:p>
          <a:p>
            <a:pPr algn="l" indent="0" marL="0">
              <a:lnSpc>
                <a:spcPct val="80000"/>
              </a:lnSpc>
              <a:buNone/>
            </a:pPr>
            <a:r>
              <a:rPr lang="en-US" sz="5200" spc="-182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 cloud platforms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765156" y="4120952"/>
            <a:ext cx="2478819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4" name="Text 2"/>
          <p:cNvSpPr/>
          <p:nvPr/>
        </p:nvSpPr>
        <p:spPr>
          <a:xfrm>
            <a:off x="765156" y="4470301"/>
            <a:ext cx="751186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Understand the main cloud AI services, how they work together, and one real-world business use case.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300228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WHY THE CLOUD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2392700" cy="2746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Cloud platforms make AI easier to build and use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3963988"/>
            <a:ext cx="789464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313337"/>
            <a:ext cx="2392700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Teams can focus on the problem instead of assembling every tool from scratch.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3751" y="609604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1435" y="618046"/>
            <a:ext cx="6560676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Ready-made AI tools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021435" y="1090116"/>
            <a:ext cx="717026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Cloud services support text, images, speech, search, and predictions.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751" y="2916341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1435" y="2924782"/>
            <a:ext cx="6560676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 and model tools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5021435" y="3396853"/>
            <a:ext cx="717026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Store data, train models, and run them inside applications.</a:t>
            </a:r>
            <a:endParaRPr lang="en-US" sz="1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751" y="5223077"/>
            <a:ext cx="431789" cy="431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21435" y="5231519"/>
            <a:ext cx="6560676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Less hardware to manage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5021435" y="5703590"/>
            <a:ext cx="656067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Start quickly without buying and maintaining all the hardware yourself.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BASIC 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simple cloud AI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30509"/>
            <a:ext cx="1097252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Four connected parts move information from a source to a useful action.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151063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389" y="2500412"/>
            <a:ext cx="7656916" cy="33019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84534" y="2866191"/>
            <a:ext cx="4210744" cy="26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spc="-38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Data Input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784534" y="3631887"/>
            <a:ext cx="4210744" cy="26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spc="-38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AI Model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784534" y="4389926"/>
            <a:ext cx="4210744" cy="26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spc="-38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Cloud Service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2784534" y="5147965"/>
            <a:ext cx="4210744" cy="26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spc="-38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Application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09585" y="5888196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Cloud guidance commonly separates data processing, model services, application serving, and governance.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FROM FIRST DATA TO BETTER OUTPUTS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How a cloud AI solution works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30509"/>
            <a:ext cx="1097252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work continues after a model is trained.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151063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00412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3239107"/>
            <a:ext cx="345431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Collect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09585" y="3711178"/>
            <a:ext cx="345431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Clean the data.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91" y="2500412"/>
            <a:ext cx="539736" cy="539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68691" y="3239107"/>
            <a:ext cx="345431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Train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368691" y="3711178"/>
            <a:ext cx="345431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Choose or train a model.</a:t>
            </a:r>
            <a:endParaRPr lang="en-US" sz="1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2500412"/>
            <a:ext cx="539736" cy="539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27797" y="3239107"/>
            <a:ext cx="345431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Test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8127797" y="3711178"/>
            <a:ext cx="345431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Try real examples.</a:t>
            </a:r>
            <a:endParaRPr lang="en-US" sz="17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318198"/>
            <a:ext cx="539736" cy="539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9585" y="5056894"/>
            <a:ext cx="533386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Deploy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609585" y="5528965"/>
            <a:ext cx="53338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Put it in the cloud.</a:t>
            </a:r>
            <a:endParaRPr lang="en-US" sz="17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4318198"/>
            <a:ext cx="539736" cy="5397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48244" y="5056894"/>
            <a:ext cx="533386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Improve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6248244" y="5528965"/>
            <a:ext cx="53338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Watch results and update.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73483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2269" y="535305"/>
            <a:ext cx="695942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REAL-WORLD USE CASE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232269" y="833926"/>
            <a:ext cx="6375241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Online shopping recommendations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232269" y="2057003"/>
            <a:ext cx="2103782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269" y="2406356"/>
            <a:ext cx="431789" cy="431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79953" y="2414798"/>
            <a:ext cx="572755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Collect signals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5879953" y="2886869"/>
            <a:ext cx="572755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Views, searches, clicks, and purchases.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269" y="3341493"/>
            <a:ext cx="431789" cy="431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79953" y="3349935"/>
            <a:ext cx="572755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Find patterns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5879953" y="3822005"/>
            <a:ext cx="572755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model learns from customer behavior.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269" y="4276630"/>
            <a:ext cx="431789" cy="431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79953" y="4285071"/>
            <a:ext cx="572755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Predict and show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5879953" y="4757142"/>
            <a:ext cx="572755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website recommends products in real time.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5232269" y="5250021"/>
            <a:ext cx="695942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Result: a more personal shopping experience and a better way to use business data.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78388"/>
            <a:ext cx="10972526" cy="156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400" spc="-224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Cloud AI connects data</a:t>
            </a:r>
            <a:endParaRPr lang="en-US" sz="6400" dirty="0"/>
          </a:p>
          <a:p>
            <a:pPr algn="l" indent="0" marL="0">
              <a:lnSpc>
                <a:spcPct val="80000"/>
              </a:lnSpc>
              <a:buNone/>
            </a:pPr>
            <a:r>
              <a:rPr lang="en-US" sz="6400" spc="-224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to better decisions.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609585" y="2778323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127673"/>
            <a:ext cx="3454314" cy="21978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879" y="3377418"/>
            <a:ext cx="2971726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One connected foundation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50879" y="4177605"/>
            <a:ext cx="297172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Cloud platforms provide data, model, and delivery tools in one place.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91" y="3127673"/>
            <a:ext cx="3454314" cy="21978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09985" y="3377418"/>
            <a:ext cx="2971726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Clear purpose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4609985" y="3849489"/>
            <a:ext cx="29717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Good solutions start with useful data and a clear goal.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3127673"/>
            <a:ext cx="3454314" cy="21978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69091" y="3377418"/>
            <a:ext cx="2971726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Responsible improvement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8369091" y="4177605"/>
            <a:ext cx="29717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Protect data, check quality, and control cost.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09585" y="5516066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Start with one simple business problem, measure the result, and improve step by step.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2026-10-11T17:43:30Z</dcterms:created>
  <dcterms:modified xsi:type="dcterms:W3CDTF">2026-10-11T17:43:30Z</dcterms:modified>
</cp:coreProperties>
</file>